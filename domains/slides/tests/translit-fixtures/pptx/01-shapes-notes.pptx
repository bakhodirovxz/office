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0AD6B2-8B07-40F2-B14F-A08CB54FC937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7020D-60A9-4286-899F-3011CA1CB4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174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Eslatma: </a:t>
            </a:r>
            <a:r>
              <a:rPr lang="en-US" b="1"/>
              <a:t>shaha</a:t>
            </a:r>
            <a:r>
              <a:rPr lang="en-US"/>
              <a:t>r va ʻrmon haqida</a:t>
            </a: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020D-60A9-4286-899F-3011CA1CB43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37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930D-1074-D9BE-C874-2F2166A31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BEA10-C5E2-C3BA-4371-F8BEA300D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4D66C-8894-6509-B294-2ABFBBEB2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3795-9E6E-455B-A2F1-3652E6A39069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12F70-5145-5F8F-13BB-90A86A94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34664-E4F7-4418-8643-68D312DB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9375-1CC5-4354-90AB-18063A3697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791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678D-41E0-8D73-5D34-86F3C3185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F6E59-8134-AE8A-0142-58542E4A7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22F82-F488-4CA4-ED7C-D69712A18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3795-9E6E-455B-A2F1-3652E6A39069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83F1B-46EA-C232-2BBF-B2CA9FAD5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9196C-8296-0192-99F5-C2CA2DB03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9375-1CC5-4354-90AB-18063A3697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465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5B497-FF15-B5EF-9B92-8AA1707DC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B78DF-A174-6083-4A78-6EB6F12E7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3F740-3CD5-0688-CB8C-45F186390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3795-9E6E-455B-A2F1-3652E6A39069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B81EC-1E4E-A634-8642-99298247F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AD0ED-2200-1657-534A-1ABD0F72D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9375-1CC5-4354-90AB-18063A3697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16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A078-D3C2-F15A-96D1-14936B368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F9B09-F636-77CF-9414-95EF53074A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6C8336-682E-5867-516F-41CE26412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62C-08D5-071B-5040-1D1FDC0D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3795-9E6E-455B-A2F1-3652E6A39069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A06A2-BE72-0318-AC50-3ECE5CEA4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BF92C-AA52-4FD0-0976-5E0EAECE8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9375-1CC5-4354-90AB-18063A3697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517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EE4F5-0075-69CF-BB6B-D0FC6385E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9EEFE-E56A-AF4F-0AAD-8245B9687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FE3EF-8B3A-991F-A8DA-452C889A8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3D5B88-E556-1BA8-C6EF-57652EDD3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85E6C2-AE61-7F0A-0E63-BC366611E8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B11475-4CE8-EB52-A21F-5EC49C5D1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3795-9E6E-455B-A2F1-3652E6A39069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C15DFA-15D1-D818-56F0-3A43D8717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8F7E0-68B7-B4D0-4EF0-079F4E90A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9375-1CC5-4354-90AB-18063A3697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441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8B761-C32A-E361-C697-857EA077B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0B0201-9A30-0431-4462-15037CA2E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3795-9E6E-455B-A2F1-3652E6A39069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AB1A19-D111-FE75-2C73-08AEB7EB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96BB53-7123-E572-0EC7-AA61A83B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9375-1CC5-4354-90AB-18063A3697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59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AED746-E9D2-F6A5-27D7-D1A04B0B3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3795-9E6E-455B-A2F1-3652E6A39069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DB485-DBB9-FE28-B80E-2F0BECF13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DC158-6B76-55B1-3A76-21987DC1A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9375-1CC5-4354-90AB-18063A3697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8508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EC59B-AAE2-576E-A254-03374B357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D7896-0685-815C-1E27-6C320902A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41A63-CC07-88F1-E8C7-7B70108EC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3DDE9-A93E-B8EA-C760-550F80FDD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3795-9E6E-455B-A2F1-3652E6A39069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9B84F-D9FA-2B13-B852-0C1651DB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1FF41-C850-ABB9-40DB-E68FAC8ED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9375-1CC5-4354-90AB-18063A3697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986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BA083-8EF1-E494-4E80-4E9575C42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470751-F8CA-4459-4F19-951C61E87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4AF825-7FFC-3002-4263-1F3B1FAFC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616D-957C-B14E-E7F1-88C940B48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3795-9E6E-455B-A2F1-3652E6A39069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5D6D0-766F-2D18-158A-14E785B0F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34579-F92E-65C6-9935-29E46930D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9375-1CC5-4354-90AB-18063A3697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977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5657F-99EF-1292-9BC0-5A31CD0DB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09AFC-A183-2414-7664-6617AAD06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66E6C-DFDB-B65F-B375-61EA780C0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3795-9E6E-455B-A2F1-3652E6A39069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16765-54D2-1CE5-300D-74FB1D113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BCCA9-903E-70BF-2C66-BC20F8734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9375-1CC5-4354-90AB-18063A3697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478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CCB00B-73AF-E85B-6B8B-B4A95D6245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606E5-D8FD-958D-632F-501F5ED10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1EE0C-6591-8267-848D-46F7F2016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3795-9E6E-455B-A2F1-3652E6A39069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1706F-385F-4285-E02F-EBC8340B2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6CFD0-7C8F-D9F3-4C56-779B85637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9375-1CC5-4354-90AB-18063A3697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967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EB1CF-7C99-746D-2D46-015A358AF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76967-CA72-6A7A-144E-F5C1ADEF7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4DCF1-B127-C3B6-8657-686E88B86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C3795-9E6E-455B-A2F1-3652E6A39069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05CC5-D307-5E27-2AA5-D7BFE6B55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FF2D9-A17D-26AD-1B0F-B5BA1638A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C9375-1CC5-4354-90AB-18063A3697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708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org/shaha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08DA98-9951-1D55-B194-7F3663D17A62}"/>
              </a:ext>
            </a:extLst>
          </p:cNvPr>
          <p:cNvSpPr txBox="1"/>
          <p:nvPr/>
        </p:nvSpPr>
        <p:spPr>
          <a:xfrm>
            <a:off x="508000" y="381000"/>
            <a:ext cx="6350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/>
              <a:t>S</a:t>
            </a:r>
            <a:r>
              <a:rPr lang="en-US"/>
              <a:t>hahar c</a:t>
            </a:r>
            <a:r>
              <a:rPr lang="en-US" i="1">
                <a:solidFill>
                  <a:srgbClr val="FF0000"/>
                </a:solidFill>
              </a:rPr>
              <a:t>hir</a:t>
            </a:r>
            <a:r>
              <a:rPr lang="en-US"/>
              <a:t>o</a:t>
            </a:r>
            <a:r>
              <a:rPr lang="en-US" sz="2800"/>
              <a:t>yli v</a:t>
            </a:r>
            <a:r>
              <a:rPr lang="en-US"/>
              <a:t>a ʻzbek</a:t>
            </a:r>
          </a:p>
          <a:p>
            <a:r>
              <a:rPr lang="en-US">
                <a:hlinkClick r:id="rId3"/>
              </a:rPr>
              <a:t>Ikkin</a:t>
            </a:r>
            <a:r>
              <a:rPr lang="en-US"/>
              <a:t>chi abzats: </a:t>
            </a:r>
            <a:r>
              <a:rPr lang="en-US" b="1"/>
              <a:t>ch</a:t>
            </a:r>
            <a:r>
              <a:rPr lang="en-US"/>
              <a:t>i</a:t>
            </a:r>
            <a:endParaRPr lang="ru-RU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065CFB-22DA-52C9-06DE-17048A7B420C}"/>
              </a:ext>
            </a:extLst>
          </p:cNvPr>
          <p:cNvGrpSpPr/>
          <p:nvPr/>
        </p:nvGrpSpPr>
        <p:grpSpPr>
          <a:xfrm>
            <a:off x="508000" y="2540000"/>
            <a:ext cx="4191000" cy="762000"/>
            <a:chOff x="508000" y="2540000"/>
            <a:chExt cx="4191000" cy="762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B10C0A7-CC66-8AC3-BCF5-EEB6D8EA0FF4}"/>
                </a:ext>
              </a:extLst>
            </p:cNvPr>
            <p:cNvSpPr/>
            <p:nvPr/>
          </p:nvSpPr>
          <p:spPr>
            <a:xfrm>
              <a:off x="508000" y="2540000"/>
              <a:ext cx="1905000" cy="762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Shoshilinch</a:t>
              </a:r>
              <a:endParaRPr lang="ru-RU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4574169-014F-C6E4-B26D-C43685A8F35F}"/>
                </a:ext>
              </a:extLst>
            </p:cNvPr>
            <p:cNvSpPr/>
            <p:nvPr/>
          </p:nvSpPr>
          <p:spPr>
            <a:xfrm>
              <a:off x="2794000" y="2540000"/>
              <a:ext cx="1905000" cy="76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C</a:t>
              </a:r>
              <a:r>
                <a:rPr lang="en-US"/>
                <a:t>hoʻl</a:t>
              </a:r>
              <a:endParaRPr lang="ru-RU"/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BA73BD-D61B-0173-290E-5B3BB3CB8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947297"/>
              </p:ext>
            </p:extLst>
          </p:nvPr>
        </p:nvGraphicFramePr>
        <p:xfrm>
          <a:off x="508000" y="3810000"/>
          <a:ext cx="50800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782268303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53315895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Shahar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Yoʻq</a:t>
                      </a:r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84787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b="1"/>
                        <a:t>C</a:t>
                      </a:r>
                      <a:r>
                        <a:rPr lang="en-US"/>
                        <a:t>hiroyli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Qizil</a:t>
                      </a:r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81141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F3548-A8E5-4D50-BD4B-8E4BCFA3C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9375-1CC5-4354-90AB-18063A36977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0218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Asadbek Baxodirov</dc:creator>
  <cp:lastModifiedBy>Asadbek Baxodirov</cp:lastModifiedBy>
  <cp:revision>1</cp:revision>
  <dcterms:created xsi:type="dcterms:W3CDTF">2026-10-20T10:49:46Z</dcterms:created>
  <dcterms:modified xsi:type="dcterms:W3CDTF">2026-10-20T10:49:46Z</dcterms:modified>
</cp:coreProperties>
</file>