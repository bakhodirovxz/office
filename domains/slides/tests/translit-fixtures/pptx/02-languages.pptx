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B53AA-361F-4833-B8B7-9C50C02B4488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E39D0-07A5-449D-9BEE-AB11C8121F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5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 chiroyli shahar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E39D0-07A5-449D-9BEE-AB11C8121F4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379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3A23-6822-15E5-FE2F-8A76B41F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4DB00-C0E2-1786-AE12-DBB1D8639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D7D4-7216-40F9-F730-4B266E46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700A-0F65-CA77-6A03-AC49A2AD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95516-E49B-E4A0-D477-EFD3BF50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E3A6-62E3-FFAF-B76B-9C8AD8F8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EE61-D1F0-195F-EDBC-DA99C979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86240-738B-084B-FCB8-246379F5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39A54-0C50-FD56-5CFB-498D26C9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36812-EDFE-4EFD-292B-A52AE268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03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0-49FF-1B57-E29D-C8383D64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85A9-AE91-6EAD-ED23-236D4372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04F4-996E-B526-B976-2B9B5F4A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F7DF-9FC6-ACF7-BF0D-680F2FEC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70C8-78F7-E52F-8AF7-FD95A83C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24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5669-B2E7-5D0E-7A27-11F03DBA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B1AD5-1CD0-8878-DC09-1153EA382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7A544-E3DB-35B9-63FF-42BBC7F5A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F4F35-449D-9932-6DC4-D57E6979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BB093-E805-AB10-CD52-C7CDEFFD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C4C29-BD53-730D-AE58-FAB7187E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34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5CBF-BE7C-F1C6-66B7-8158A3A8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4DC66-88BC-C718-8780-463DC05AE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0AF9A-2B20-9CF7-D828-E18BC64CD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6915B-7322-5FDC-D344-59E4CA35C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9ADAC-FBCB-E30B-2B67-FE6644E93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8F224-D56A-A7D1-8DAE-95825DAD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B7746-0A3C-D74D-99F9-0E81C1C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3C22E-7C15-516A-21B8-72266BBA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44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FA4-1C46-448F-3746-A628979A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24331-439C-57C3-48EE-E5AB8E0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9B54E-973C-426B-C425-A5F0723A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594F-82C3-171C-AB59-4E4881D2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20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8153A-8A45-D75A-339C-CC28218A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84118-D73B-C9AA-9DA2-9825CFC8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B66E6-BDD6-5687-7CFD-7F836F17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72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4C14-B15D-FD79-80C3-8421FFF5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A269-FC7A-880E-95CD-F6E28EE8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AC885-1318-ECD0-8B4B-90C70CF8C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51BFC-8BC0-8E7B-C5FC-BA7F8C2C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47D1F-D812-5C46-033C-80B089E0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F9EC0-9DB3-CDF3-2068-FCF770FF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84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A6BC-BE4E-C3FF-D73A-B9733F16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0A858-9FE9-EA56-DA82-83BF22D04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F1AAB-B5D6-543D-DB62-F05AC6CEC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5E1C7-5503-08E4-C8BB-5ADD0E13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EF4FB-05D2-5833-1998-E8E83594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5426D-5B3B-E92C-AECF-E96B7842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56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BF07-EC53-14AD-6E66-F1CE5510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D7947-D7D9-5D5E-3BFF-5618D97A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7AD23-802D-D300-635B-C8AEA9CA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37EC-FB01-319C-03AC-19F65E19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5D8D-7F30-758B-08B9-C1D5DBE5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62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4CA9E-67F9-2E7C-2C56-292F3AE6C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E4C1B-60AE-C530-0ED2-0D945F819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2E14-0D97-4BED-2EC6-E4F70162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1D302-9187-0838-FDAC-40A92F53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222E4-D2E4-F1D6-B6D9-D871030F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598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08E8-65FA-EDD3-4BD7-8E29949C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4C1D8-625F-0670-8AB3-E62E1F905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B76EE-0278-663F-3DFF-639D3C48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09372-17DA-7F4D-F2D3-80D725EB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800A-F450-17AE-9573-8DD979F0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22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7A2A8-9837-DFCF-8FFC-CBC6AFBD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FA154-BBC5-2D28-40B2-332F26EF7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DA6EC-E2EC-DF60-81BD-4C239A1DF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BF334-BBCE-4280-9C3D-D94B31EFFD41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9811-7DFC-FF39-D3BA-001226589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A17A9-EABD-2A3F-8FC7-BE046572E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4D3A8-4953-43AA-B2F9-7CD5D43945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7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CDF7-77C0-B91C-C705-AB4340E8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</a:t>
            </a:r>
            <a:r>
              <a:rPr lang="en-US"/>
              <a:t>arlavha: shahar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F43DE-3615-7A2F-7892-FDD03E3E5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z-Latn-UZ" i="1">
                <a:solidFill>
                  <a:srgbClr val="0000FF"/>
                </a:solidFill>
              </a:rPr>
              <a:t>B</a:t>
            </a:r>
            <a:r>
              <a:rPr lang="uz-Latn-UZ"/>
              <a:t>irinchi band chiroyli</a:t>
            </a:r>
          </a:p>
          <a:p>
            <a:r>
              <a:rPr lang="ru-RU"/>
              <a:t>Vtoroy punkt na russkom: Шахар</a:t>
            </a:r>
            <a:endParaRPr lang="ru-RU" dirty="0"/>
          </a:p>
          <a:p>
            <a:r>
              <a:rPr lang="en-US" dirty="0"/>
              <a:t>Third line in English</a:t>
            </a:r>
            <a:r>
              <a:rPr lang="en-US"/>
              <a:t>: church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5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EDF59-23A6-22A6-62CF-30FB75DBC667}"/>
              </a:ext>
            </a:extLst>
          </p:cNvPr>
          <p:cNvSpPr txBox="1"/>
          <p:nvPr/>
        </p:nvSpPr>
        <p:spPr>
          <a:xfrm>
            <a:off x="508000" y="508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IS</a:t>
            </a:r>
            <a:r>
              <a:rPr lang="en-US" u="sng"/>
              <a:t>HC</a:t>
            </a:r>
            <a:r>
              <a:rPr lang="en-US"/>
              <a:t>HI SHAHAR yoʻlda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9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Sarlavha: shahar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Asadbek Baxodirov</dc:creator>
  <cp:lastModifiedBy>Asadbek Baxodirov</cp:lastModifiedBy>
  <cp:revision>1</cp:revision>
  <dcterms:created xsi:type="dcterms:W3CDTF">2026-10-20T10:49:47Z</dcterms:created>
  <dcterms:modified xsi:type="dcterms:W3CDTF">2026-10-20T10:49:47Z</dcterms:modified>
</cp:coreProperties>
</file>